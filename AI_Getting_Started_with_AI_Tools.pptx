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Coding Tools 101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Harness Engineering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22860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08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Knowledge + Live Demo with Windsurf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Engineering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requirements in natural language, let AI generate code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2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Quality = Output Quality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requirements lead to accurate code generation</a:t>
            </a:r>
            <a:endParaRPr lang="en-US" sz="2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Patterns</a:t>
            </a:r>
            <a:endParaRPr lang="en-US" sz="2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Single-shot: One prompt, one response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Multi-turn: Iterative refinement through conversation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No project context, not reusable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0" y="155448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0" y="155448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Example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240280"/>
            <a:ext cx="2194560" cy="2011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286000"/>
            <a:ext cx="2011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a function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parse logs"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context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quality guarantee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Engineering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prompts — give AI the full project context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65176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/ Memory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 instructions 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memory. AI always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your preferences.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5448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20440" y="2240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tree, codebase context.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understands the full picture,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fragments.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55448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55080" y="2240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Shell, LSP, Git.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execute and verify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directly.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PE: Tell AI what to do   →   CE: Let AI understand the environment   →   HE: Equip AI with executable capabilities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Harness Engineering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"Driving AI" to "Equipping AI"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6032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011680"/>
            <a:ext cx="731520" cy="7315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Riding a horse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instructions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46120" y="2103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520440" y="1828800"/>
            <a:ext cx="256032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2011680"/>
            <a:ext cx="731520" cy="7315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0332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246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a carriage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context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103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400800" y="1828800"/>
            <a:ext cx="2560320" cy="2560320"/>
          </a:xfrm>
          <a:prstGeom prst="rect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2011680"/>
            <a:ext cx="731520" cy="7315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8368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246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AI dev system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engineer's role shifts from "writing code" to "designing AI behavior specs and toolchains"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Rules — Project-Level Instructions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Auto-injected context files that keep AI aligned with your standards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7548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0320" y="1508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active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Auto-injected into every conversation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47548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468880"/>
            <a:ext cx="64008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2514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User-triggered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via explicit command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47548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474720"/>
            <a:ext cx="64008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0" y="3520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pulls it in when it detects relevance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1463040"/>
            <a:ext cx="301752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1600200"/>
            <a:ext cx="2651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.devin/rules/logdash.md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trigger: always_on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Coding Standard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C99 standard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Naming: snake_case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Compiler Flags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-Wall -Wextra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Requirements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module needs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corresponding unit tests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Rules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2070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.devin/rules/logdash.md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coding standards + compiler flags + trigger mode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5820" y="1645920"/>
            <a:ext cx="0" cy="32004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1168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9842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AI what you need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log parsing function"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5820" y="2423160"/>
            <a:ext cx="0" cy="32004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889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7614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rule-compliant code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comments, compile flags all followed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45820" y="3200400"/>
            <a:ext cx="0" cy="32004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56616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5387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With vs Without Rules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consistency difference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0" y="1188720"/>
            <a:ext cx="3017520" cy="150876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20" name="Shape 18"/>
          <p:cNvSpPr/>
          <p:nvPr/>
        </p:nvSpPr>
        <p:spPr>
          <a:xfrm>
            <a:off x="5760720" y="1188720"/>
            <a:ext cx="30175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Rules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1645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naming, no comments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errors, no tests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2880360"/>
            <a:ext cx="3017520" cy="150876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4" name="Shape 22"/>
          <p:cNvSpPr/>
          <p:nvPr/>
        </p:nvSpPr>
        <p:spPr>
          <a:xfrm>
            <a:off x="5760720" y="2880360"/>
            <a:ext cx="301752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Rules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3337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style, full comments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compile errors, test-ready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Create .devin/rules/logdash.md in Windsurf and show how Rules directly impact code generation quality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— Reusable AI Experts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= Domain Knowledge + Automated Workflow = Professional AI Agent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1148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Components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157984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Encapsulates domain best practices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724912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6700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31720" y="2670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steps and state management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29184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2369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32369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auto-activate or manually invoke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858768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38039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38039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input parameters and output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vs Skills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03520" y="1920240"/>
            <a:ext cx="338328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0" y="1920240"/>
            <a:ext cx="54864" cy="10058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20116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constraints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boundaries and norms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03520" y="3200400"/>
            <a:ext cx="33832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03520" y="3200400"/>
            <a:ext cx="54864" cy="1280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32918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execution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like an expert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and composable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Demo — Three Modular Skills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specs from specs/ folder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AI review + user approval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generate C code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74720" y="1874520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01168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verification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gcc with project flags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success or errors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fixes on failure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0" y="1874520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01168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test to run all tests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pass/fail counts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failing assertions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389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.devin/skills/</a:t>
            </a:r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dev/SKILL.md</a:t>
            </a:r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build/SKILL.md</a:t>
            </a:r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test/SKILL.md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specs/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*.md  (spec docs read by dev)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Workflows — Process Orchestration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automation with state passing, conditional branching, and loops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56032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Single-purpose expert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responsibility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146304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0" y="14630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600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multiple steps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Stateful, branching pipeline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Workflow Pipeline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2344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37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74520" y="3337560"/>
            <a:ext cx="210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84832" y="3337560"/>
            <a:ext cx="12344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084832" y="3337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9272" y="3337560"/>
            <a:ext cx="210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29584" y="3337560"/>
            <a:ext cx="123444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3529584" y="3337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Fail→Fix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64024" y="3337560"/>
            <a:ext cx="210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74336" y="3337560"/>
            <a:ext cx="12344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74336" y="3337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08776" y="3337560"/>
            <a:ext cx="210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19088" y="3337560"/>
            <a:ext cx="12344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19088" y="3337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Integ. Test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53528" y="3337560"/>
            <a:ext cx="210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863840" y="3337560"/>
            <a:ext cx="12344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3337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" y="4526280"/>
            <a:ext cx="1920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526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88920" y="4526280"/>
            <a:ext cx="1920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2788920" y="4526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Flow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4526280"/>
            <a:ext cx="1920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4526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 Deploy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086600" y="4526280"/>
            <a:ext cx="1920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7086600" y="4526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ETL Pipeline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Workflows Demo — Orchestrating Skills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ci-pipeline  →  calls  dev  →  build  →  test  with state passing and conditional branching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554480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2011680"/>
            <a:ext cx="155448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2011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2011680"/>
            <a:ext cx="155448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2011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2011680"/>
            <a:ext cx="155448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2011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3017520"/>
            <a:ext cx="1554480" cy="5943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30175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3017520"/>
            <a:ext cx="1554480" cy="5943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30175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0" y="3931920"/>
            <a:ext cx="155448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3931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to dev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(max 3)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20116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80560" y="201168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9440" y="201168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520440" y="26060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989320" y="26060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937760" y="3520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F4444"/>
                </a:solidFill>
              </a:rPr>
              <a:t>⟲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1440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dev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886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.devin/workflows/ci-pipeline.md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Invoke: </a:t>
            </a:r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/ci-pipeline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 → build → test  (fail → loop back to dev, max 3 retries)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On build or test failure, workflow loops back to dev for self-diagnosis, then re-runs build → test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— Model Context Protocol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protocol connecting AI to the outside world — like a USB-C port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286000" cy="1645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/ LLM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Windsurf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/ Copilot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286000" cy="1645920"/>
          </a:xfrm>
          <a:prstGeom prst="rect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29000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Protocol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Invocation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5544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Services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· Git · DB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· Browser ·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19202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B8A6"/>
                </a:solidFill>
              </a:rPr>
              <a:t>⇄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715000" y="19202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B8A6"/>
                </a:solidFill>
              </a:rPr>
              <a:t>⇄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MCP Servers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3736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read/write ops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886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Git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and issue mgmt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886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/ SQLite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3616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Puppeteer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37360" y="4361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43616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REST API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4361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and API calls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43616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K8s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89520" y="4361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Demo — Expanding AI Capabilities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MCP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only "sees" conversation 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directly access filesystem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execute shell commands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operate Git repos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copy-paste required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verify output correctness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MCP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64592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reads/writes project files directly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shell commands to build &amp; run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commit, branch, log operations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databases directly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execution + verification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expanded capabilities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Connect Filesystem + Git MCP Servers in Windsurf, let AI operate the logdash project directly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 vs CE vs HE — Capability Comparison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30552"/>
                <a:gridCol w="2130552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 Eng.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>
                        <a:alpha val="12000"/>
                      </a:srgb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Fairly 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consistent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>
                        <a:alpha val="12000"/>
                      </a:srgb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Rework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>
                        <a:alpha val="12000"/>
                      </a:srgb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Curve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>
                        <a:alpha val="12000"/>
                      </a:srgb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reusable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>
                        <a:alpha val="12000"/>
                      </a:srgb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Team-shared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Org-level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>
                        <a:alpha val="1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4114800"/>
            <a:ext cx="54864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114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is not a replacement, but an evolution — building reusable tools and capability systems on top of PE and CE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Practices — Investment Pyramid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AI development system bottom-up, step by step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29000" y="3749040"/>
            <a:ext cx="228600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3703320" y="3749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Set coding standards and project constraints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34640" y="2926080"/>
            <a:ext cx="347472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0" y="2926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Encapsulate reusable expert agents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40280" y="2103120"/>
            <a:ext cx="466344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21031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Workflows: Orchestrate multi-step automation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0" y="1280160"/>
            <a:ext cx="585216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12801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 Connect external tools and data sources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617720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617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automate everything — keep human judgment at critical decision points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4617720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4617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real pain points, not technology for its own sake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4617720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4617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Rules/Skills across the team to build organizational knowledge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matter where you are with AI today,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371600"/>
            <a:ext cx="54864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4173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now on, deeply integrate AI into your daily work.</a:t>
            </a:r>
            <a:endParaRPr lang="en-US" sz="18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 a toy. Not as an afterthought. As a core part of how you engineer.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2743200"/>
            <a:ext cx="64008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74320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7889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Everyone's workflow is different. Share your best ideas.</a:t>
            </a:r>
            <a:endParaRPr lang="en-US" sz="18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prompt, rule, or skill you think is "obvious" might be exactly what someone else needs.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200400" y="2286000"/>
            <a:ext cx="27432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Harness — AI is not just a tool, it's your engineering partner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building your Harness today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Tools 101: From Prompt to Harness Engineering</dc:title>
  <dc:subject>PptxGenJS Presentation</dc:subject>
  <dc:creator>AI Tools Intro</dc:creator>
  <cp:lastModifiedBy>AI Tools Intro</cp:lastModifiedBy>
  <cp:revision>1</cp:revision>
  <dcterms:created xsi:type="dcterms:W3CDTF">2026-06-10T17:53:37Z</dcterms:created>
  <dcterms:modified xsi:type="dcterms:W3CDTF">2026-06-10T17:53:37Z</dcterms:modified>
</cp:coreProperties>
</file>