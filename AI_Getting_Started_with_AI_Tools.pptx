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Coding Tools 101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Engineering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22860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Knowledge + Live Demo with Windsurf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requirements in natural language, let AI generate code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Quality = Output Quality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requirements lead to accurate code generation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Patterns</a:t>
            </a:r>
            <a:endParaRPr lang="en-US" sz="2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Single-shot: One prompt, one response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Iterative refinement through conversation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No project context, not reusable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943600" y="1554480"/>
            <a:ext cx="27432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15544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Single-shot Example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2194560" cy="201168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228600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 function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parse logs"</a:t>
            </a:r>
            <a:endParaRPr lang="en-US" sz="10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quality guarantee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Context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prompts — give AI the full project 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554480"/>
            <a:ext cx="265176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/ Memory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instructions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memory. AI always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your preferences.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554480"/>
            <a:ext cx="265176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2044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tree, codebase context.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the full picture,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fragments.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26517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554480"/>
            <a:ext cx="265176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Integration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355080" y="22402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Shell, LSP, Git.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execute and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directly.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PE: Tell AI what to do   →   CE: Let AI understand the environment   →   HE: Equip AI with executable capabilities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200400" cy="32004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Harness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"Driving AI" to "Equipping AI"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a horse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instructions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520440" y="1828800"/>
            <a:ext cx="2560320" cy="2560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011680"/>
            <a:ext cx="731520" cy="73152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443484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70332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70332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a carriage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Providing context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26480" y="21031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4A3B8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2560320" cy="2560320"/>
          </a:xfrm>
          <a:prstGeom prst="rect">
            <a:avLst/>
          </a:prstGeom>
          <a:solidFill>
            <a:srgbClr val="14B8A6">
              <a:alpha val="2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0" y="2011680"/>
            <a:ext cx="731520" cy="73152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0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5836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2461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 car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AI dev system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role shifts from "writing code" to "designing AI behavior specs and toolchains"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— Project-Level Instructions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context files that keep AI aligned with your standards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8229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508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560320" y="1508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active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Auto-injected into every conversation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468880"/>
            <a:ext cx="64008" cy="8229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56032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User-triggered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Activated via explicit command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75488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74720"/>
            <a:ext cx="64008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204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56032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pulls it in when it detects relevance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760720" y="1463040"/>
            <a:ext cx="3017520" cy="3200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1600200"/>
            <a:ext cx="2651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.devin/rules/logdash.md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trigger: always_on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indent="0" marL="0">
              <a:buNone/>
            </a:pPr>
            <a:r>
              <a:rPr lang="en-US" sz="3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Coding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C99 standard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Naming: snake_case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Compiler Flags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gcc -Wall -Wextra</a:t>
            </a:r>
            <a:endParaRPr lang="en-US" sz="1100" dirty="0"/>
          </a:p>
          <a:p>
            <a:pPr indent="0" marL="0">
              <a:buNone/>
            </a:pPr>
            <a:r>
              <a:rPr lang="en-US" sz="5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Test Requirements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module needs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corresponding unit tests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Rules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3444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12070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.devin/rules/logdash.md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coding standards + compiler flags + trigger mode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5820" y="164592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1984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AI what you need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log parsing function"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5820" y="242316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rule-compliant code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comments, compile flags all followed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45820" y="3200400"/>
            <a:ext cx="0" cy="32004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66160"/>
            <a:ext cx="411480" cy="4114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35387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With vs Without Rules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consistency difference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1188720"/>
            <a:ext cx="3017520" cy="150876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1188720"/>
            <a:ext cx="30175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0" y="1325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Rules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16459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naming, no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 errors, no tests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760720" y="2880360"/>
            <a:ext cx="3017520" cy="150876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880360"/>
            <a:ext cx="30175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3337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style, full comments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compile errors, test-ready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Create .devin/rules/logdash.md in Windsurf and show how Rules directly impact code generation quality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— Reusable AI Experts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= Domain Knowledge + Automated Workflow = Professional AI Agent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411480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Components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157984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Expertise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Encapsulates domain best practices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26700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31720" y="2670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steps and state management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" y="3291840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2369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31720" y="32369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auto-activate or manually invoke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3858768"/>
            <a:ext cx="201168" cy="20116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1234440" y="380390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331720" y="38039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input parameters and output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0352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vs Skills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303520" y="1920240"/>
            <a:ext cx="3383280" cy="10058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Shape 19"/>
          <p:cNvSpPr/>
          <p:nvPr/>
        </p:nvSpPr>
        <p:spPr>
          <a:xfrm>
            <a:off x="5303520" y="1920240"/>
            <a:ext cx="54864" cy="10058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0" y="20116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constraints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boundaries and norms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3200400"/>
            <a:ext cx="33832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303520" y="3200400"/>
            <a:ext cx="54864" cy="12801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0" y="3291840"/>
            <a:ext cx="2926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execution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an expert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composable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Demo — Three Modular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97280"/>
            <a:ext cx="27432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specs from specs/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AI review + user approval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generate C code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97280"/>
            <a:ext cx="27432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7472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Compilation verification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gcc with project flags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success or errors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fixes on failure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097280"/>
            <a:ext cx="274320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97280"/>
            <a:ext cx="27432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3716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400800" y="1874520"/>
            <a:ext cx="21945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11680"/>
            <a:ext cx="2377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execution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 to run all tests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pass/fail counts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failing assertions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74320" y="4480560"/>
            <a:ext cx="8595360" cy="4572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389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.devin/skills/</a:t>
            </a:r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dev/SKILL.md</a:t>
            </a:r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build/SKILL.md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test/SKILL.md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specs/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*.md  (spec docs read by dev)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— Process Orchestration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automation with state passing, conditional branching, and loops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463040"/>
            <a:ext cx="2560320" cy="10972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Single-purpose expert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responsibility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0" y="146304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multiple steps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Stateful, branching pipeline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Workflow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Change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874520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2084832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19272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9584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Fail→Fix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64024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74336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08776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19088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Integ. Test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653528" y="3337560"/>
            <a:ext cx="210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0" y="33375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278892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Flow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93776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 Deploy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4526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ETL Pipeline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Workflows Demo — Orchestrating Skills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5486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97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Workflow: ci-pipeline  →  calls  dev  →  build  →  test  with state passing and conditional branching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292608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0" y="2011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0" y="30175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Fail: Report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Fix Hint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011680" y="2011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48056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49440" y="2011680"/>
            <a:ext cx="32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4A3B8"/>
                </a:solidFill>
              </a:rPr>
              <a:t>→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2044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989320" y="26060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206240" y="33832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F4444"/>
                </a:solidFill>
              </a:rPr>
              <a:t>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8862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.devin/workflows/ci-pipeline.md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Invoke: 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/ci-pipeline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dev → build → test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Workflow calls three skills in sequence — dev → build → test — with state passing between each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— Model Context Protocol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protocol connecting AI to the outside world — like a USB-C 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2286000" cy="1645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/ LLM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Windsurf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/ 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29000" y="1554480"/>
            <a:ext cx="2286000" cy="1645920"/>
          </a:xfrm>
          <a:prstGeom prst="rect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D94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29000" y="23774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Protocol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Invocation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554480"/>
            <a:ext cx="25603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&amp; Services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1945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 · Git · 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· Browser · 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715000" y="1920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14B8A6"/>
                </a:solidFill>
              </a:rPr>
              <a:t>⇄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MCP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73736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read/write ops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issue mgmt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38862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/ SQLite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89520" y="3886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queries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Puppeteer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73736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automation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REST API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 and API calls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09360" y="436168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K8s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89520" y="43616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Demo — Expanding AI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FF1F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93192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MCP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"sees" conversation text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directly access filesystem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execute shell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operate Git repos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copy-paste required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verify output correctness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14B8A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3931920" cy="457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16459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reads/writes project files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shell commands to build &amp;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commit, branch, log operations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databases directly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execution + verification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Dramatically expanded capabilities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Connect Filesystem + Git MCP Servers in Windsurf, let AI operate the logdash project directly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 vs CE vs HE — Capability Comparison</a:t>
            </a:r>
            <a:endParaRPr lang="en-US" sz="3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055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 Eng.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Completion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Quality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Fairly stable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Highly consistent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reusable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Team-shared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D94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B8A6">
                        <a:alpha val="12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6" name="Shape 3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1148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Engineering is not a replacement, but an evolution — building reusable tools and capability systems on top of PE and CE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E293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— Investment Pyramid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AI development system bottom-up, step by step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429000" y="3749040"/>
            <a:ext cx="2286000" cy="64008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3703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Set coding standards and project constraints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34640" y="2926080"/>
            <a:ext cx="347472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29260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Skills: Encapsulate reusable expert agents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40280" y="2103120"/>
            <a:ext cx="466344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2103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Workflows: Orchestrate multi-step automation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1280160"/>
            <a:ext cx="5852160" cy="6400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12801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MCP: Connect external tools and data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480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automate everything — keep human judgment at critical decision points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3756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real pain points, not technology for its own sake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274320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46177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Rules/Skills across the team to build organizational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4B8A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743200"/>
            <a:ext cx="4114800" cy="4114800"/>
          </a:xfrm>
          <a:prstGeom prst="ellipse">
            <a:avLst/>
          </a:prstGeom>
          <a:solidFill>
            <a:srgbClr val="3B82F6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8FA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381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Prompt to Harness — AI is not just a tool, it's your engineering partner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building your Harness today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Tools 101: From Prompt to Harness Engineering</dc:title>
  <dc:subject>PptxGenJS Presentation</dc:subject>
  <dc:creator>AI Tools Intro</dc:creator>
  <cp:lastModifiedBy>AI Tools Intro</cp:lastModifiedBy>
  <cp:revision>1</cp:revision>
  <dcterms:created xsi:type="dcterms:W3CDTF">2026-06-10T17:43:14Z</dcterms:created>
  <dcterms:modified xsi:type="dcterms:W3CDTF">2026-06-10T17:43:14Z</dcterms:modified>
</cp:coreProperties>
</file>