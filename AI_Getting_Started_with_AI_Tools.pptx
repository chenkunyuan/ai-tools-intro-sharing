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2743200"/>
            <a:ext cx="2743200" cy="27432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Coding Tools 101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Harness Engineering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228600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Knowledge + Live Demo with Windsurf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requirements in natural language, let AI generate code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Quality = Output Quality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requirements lead to accurate code generation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Patterns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Single-shot: One prompt, one response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Multi-turn: Iterative refinement through conversation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No project context, not reusable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943600" y="1554480"/>
            <a:ext cx="27432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155448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 Example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2194560" cy="20116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228600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function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parse logs"</a:t>
            </a:r>
            <a:endParaRPr lang="en-US" sz="1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quality guarantee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prompts — give AI the full project context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265176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/ Memory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instructions 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memory. AI always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your preferences.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554480"/>
            <a:ext cx="265176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2044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tree, codebase context.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the full picture,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fragments.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55448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Integration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5508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LSP, Git.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execute and verify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directly.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PE: Tell AI what to do   →   CE: Let AI understand the environment   →   HE: Equip AI with executable capabilities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200400" cy="32004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Harness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"Driving AI" to "Equipping AI"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2011680"/>
            <a:ext cx="731520" cy="73152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Riding a horse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instructions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46120" y="21031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520440" y="1828800"/>
            <a:ext cx="256032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2011680"/>
            <a:ext cx="731520" cy="73152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70332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0332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a carriage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Providing context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0" y="21031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400800" y="1828800"/>
            <a:ext cx="2560320" cy="2560320"/>
          </a:xfrm>
          <a:prstGeom prst="rect">
            <a:avLst/>
          </a:prstGeom>
          <a:solidFill>
            <a:srgbClr val="14B8A6">
              <a:alpha val="2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0" y="2011680"/>
            <a:ext cx="731520" cy="7315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5836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car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AI dev system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engineer's role shifts from "writing code" to "designing AI behavior specs and toolchains"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 — Project-Level Instructions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context files that keep AI aligned with your standards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8229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603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active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into every conversation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46888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6032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User-triggered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Activated via explicit command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74720"/>
            <a:ext cx="64008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20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56032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pulls it in when it detects relevance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60720" y="1463040"/>
            <a:ext cx="3017520" cy="3200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1600200"/>
            <a:ext cx="2651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.devin/rules/logdash.md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always_on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indent="0" marL="0">
              <a:buNone/>
            </a:pPr>
            <a:r>
              <a:rPr lang="en-US" sz="3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Coding Standard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C99 standard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Naming: snake_case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Compiler Flags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gcc -Wall -Wextra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Requirements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module needs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corresponding unit tests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 Demo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2070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.devin/rules/logdash.md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coding standards + compiler flags + trigger mode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5820" y="164592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1168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19842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AI what you need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log parsing function"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5820" y="242316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7614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rule-compliant code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Naming, comments, compile flags all followed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45820" y="320040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35387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With vs Without Rules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consistency difference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0" y="1188720"/>
            <a:ext cx="3017520" cy="1508760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760720" y="1188720"/>
            <a:ext cx="301752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0" y="1325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Rules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1645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naming, no comments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errors, no tests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60720" y="2880360"/>
            <a:ext cx="3017520" cy="150876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0" y="2880360"/>
            <a:ext cx="301752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0" y="3017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Rules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style, full comments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compile errors, test-ready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Create .devin/rules/logdash.md in Windsurf and show how Rules directly impact code generation quality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Reusable AI Experts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= Domain Knowledge + Automated Workflow = Professional AI Agent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1148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Components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157984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2103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domain best practices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724912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26700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31720" y="26700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steps and state management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8680" y="329184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23697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23697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auto-activate or manually invoke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3858768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80390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31720" y="3803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input parameters and output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0352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vs Skills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303520" y="1920240"/>
            <a:ext cx="3383280" cy="10058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Shape 19"/>
          <p:cNvSpPr/>
          <p:nvPr/>
        </p:nvSpPr>
        <p:spPr>
          <a:xfrm>
            <a:off x="5303520" y="1920240"/>
            <a:ext cx="54864" cy="100584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0" y="20116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constraints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boundaries and norms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3200400"/>
            <a:ext cx="33832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03520" y="3200400"/>
            <a:ext cx="54864" cy="1280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0" y="32918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execution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an expert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and composable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Demo — Three Modular Skills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27432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generation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requirements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rule-compliant C code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 + .h files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9728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7472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Compilation verification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gcc with project flags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success or errors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fixes on failure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9728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40080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execution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 to run all tests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pass/fail counts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failing assertions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480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.devin/skills/</a:t>
            </a:r>
            <a:pPr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dev/SKILL.md</a:t>
            </a:r>
            <a:pPr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build/SKILL.md</a:t>
            </a:r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test/SKILL.md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Workflows — Process Orchestration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automation with state passing, conditional branching, and loops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560320" cy="10972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Single-purpose expert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responsibility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74720" y="1463040"/>
            <a:ext cx="25603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46304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multiple steps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Stateful, branching pipeline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Workflow Pipeline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Change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74520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084832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2084832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19272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9584" y="3337560"/>
            <a:ext cx="1234440" cy="54864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3529584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Fail→Fix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64024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74336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74336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08776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19088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Integ. Test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53528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863840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0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008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8892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278892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Flow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Multi-Env Deploy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8660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708660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ETL Pipeline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Workflows Demo — Orchestrating Skills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548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Workflow: ci-pipeline  →  calls  dev  →  build  →  test  with state passing and conditional branching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1554480" cy="5943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0" y="2011680"/>
            <a:ext cx="1554480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2011680"/>
            <a:ext cx="1554480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132320" y="2011680"/>
            <a:ext cx="155448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26080" y="3017520"/>
            <a:ext cx="1554480" cy="594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0" y="30175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94960" y="3017520"/>
            <a:ext cx="1554480" cy="594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0" y="30175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0" y="3931920"/>
            <a:ext cx="1554480" cy="594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0" y="3931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Fail: Report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Fix Hint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11680" y="20116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480560" y="201168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49440" y="201168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20440" y="26060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↓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989320" y="26060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206240" y="33832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✗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886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.devin/workflows/ci-pipeline.md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Invoke: </a:t>
            </a:r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/ci-pipeline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dev → build → test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Workflow calls three skills in sequence — dev → build → test — with state passing between each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— Model Context Protocol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protocol connecting AI to the outside world — like a USB-C port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286000" cy="1645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/ LLM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Windsurf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/ 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1554480"/>
            <a:ext cx="2286000" cy="1645920"/>
          </a:xfrm>
          <a:prstGeom prst="rect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29000" y="2377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Protocol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Invocation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155448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 &amp; Services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 · Git · DB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· Browser · API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4B8A6"/>
                </a:solidFill>
              </a:rPr>
              <a:t>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71500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4B8A6"/>
                </a:solidFill>
              </a:rPr>
              <a:t>⇄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MCP Servers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73736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read/write ops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8328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/ Git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issue mgmt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/ SQLite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8952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queries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Puppeteer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73736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automation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/ REST API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 and API calls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0936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K8s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8952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Demo — Expanding AI Capabilities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200400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MCP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64592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only "sees" conversation text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directly access filesystem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execute shell commands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operate Git repos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copy-paste required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verify output correctness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97280"/>
            <a:ext cx="393192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164592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reads/writes project files directly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shell commands to build &amp;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commit, branch, log operations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databases directly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execution + verification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Dramatically expanded capabilities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480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Connect Filesystem + Git MCP Servers in Windsurf, let AI operate the logdash project directly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 vs CE vs HE — Capability Comparison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30552"/>
                <a:gridCol w="2130552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Completion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60-80%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Quality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Fairly 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consistent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reusable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Team-shared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Org-level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4114800"/>
            <a:ext cx="54864" cy="6400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114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 is not a replacement, but an evolution — building reusable tools and capability systems on top of PE and CE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Practices — Investment Pyramid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AI development system bottom-up, step by step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29000" y="3749040"/>
            <a:ext cx="2286000" cy="6400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370332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Set coding standards and project constraints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34640" y="2926080"/>
            <a:ext cx="3474720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Encapsulate reusable expert agents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40280" y="2103120"/>
            <a:ext cx="466344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2103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Workflows: Orchestrate multi-step automation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45920" y="1280160"/>
            <a:ext cx="585216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1920240" y="12801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Connect external tools and data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80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automate everything — keep human judgment at critical decision points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3756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real pain points, not technology for its own sake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Rules/Skills across the team to build organizational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743200"/>
            <a:ext cx="4114800" cy="41148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 &amp; A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Harness — AI is not just a tool, it's your engineering partner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building your Harness today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Tools 101: From Prompt to Harness Engineering</dc:title>
  <dc:subject>PptxGenJS Presentation</dc:subject>
  <dc:creator>AI Tools Intro</dc:creator>
  <cp:lastModifiedBy>AI Tools Intro</cp:lastModifiedBy>
  <cp:revision>1</cp:revision>
  <dcterms:created xsi:type="dcterms:W3CDTF">2026-06-10T17:26:15Z</dcterms:created>
  <dcterms:modified xsi:type="dcterms:W3CDTF">2026-06-10T17:26:15Z</dcterms:modified>
</cp:coreProperties>
</file>